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0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_client_logo"/>
          <p:cNvSpPr/>
          <p:nvPr/>
        </p:nvSpPr>
        <p:spPr>
          <a:xfrm>
            <a:off x="9875520" y="3657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888888"/>
                </a:solidFill>
                <a:latin typeface="Arial"/>
              </a:rPr>
              <a:t>{CLIENT_LOGO}</a:t>
            </a:r>
          </a:p>
        </p:txBody>
      </p:sp>
      <p:sp>
        <p:nvSpPr>
          <p:cNvPr id="5" name="ph_campaign_name"/>
          <p:cNvSpPr txBox="1"/>
          <p:nvPr/>
        </p:nvSpPr>
        <p:spPr>
          <a:xfrm>
            <a:off x="99391" y="5053259"/>
            <a:ext cx="7961244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 spc="400" dirty="0">
                <a:solidFill>
                  <a:srgbClr val="00A0A8"/>
                </a:solidFill>
                <a:latin typeface="Arial"/>
              </a:rPr>
              <a:t>{CAMPAIGN_NAME}</a:t>
            </a:r>
          </a:p>
        </p:txBody>
      </p:sp>
      <p:sp>
        <p:nvSpPr>
          <p:cNvPr id="6" name="ph_title"/>
          <p:cNvSpPr txBox="1"/>
          <p:nvPr/>
        </p:nvSpPr>
        <p:spPr>
          <a:xfrm>
            <a:off x="99391" y="5536176"/>
            <a:ext cx="10754139" cy="60016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3600" b="1" dirty="0">
                <a:solidFill>
                  <a:srgbClr val="1A1A1A"/>
                </a:solidFill>
                <a:latin typeface="Arial"/>
              </a:rPr>
              <a:t>CAMPAIGN POSTING</a:t>
            </a:r>
            <a:r>
              <a:rPr lang="en-MY" sz="3600" b="1" dirty="0">
                <a:solidFill>
                  <a:srgbClr val="1A1A1A"/>
                </a:solidFill>
                <a:latin typeface="Arial"/>
              </a:rPr>
              <a:t> R</a:t>
            </a:r>
            <a:r>
              <a:rPr sz="3600" b="1" dirty="0">
                <a:solidFill>
                  <a:srgbClr val="1A1A1A"/>
                </a:solidFill>
                <a:latin typeface="Arial"/>
              </a:rPr>
              <a:t>EPORT @ {MONTH}</a:t>
            </a:r>
          </a:p>
        </p:txBody>
      </p:sp>
      <p:sp>
        <p:nvSpPr>
          <p:cNvPr id="7" name="ph_presented_band"/>
          <p:cNvSpPr/>
          <p:nvPr/>
        </p:nvSpPr>
        <p:spPr>
          <a:xfrm>
            <a:off x="0" y="6126480"/>
            <a:ext cx="594360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ph_presented_text"/>
          <p:cNvSpPr txBox="1"/>
          <p:nvPr/>
        </p:nvSpPr>
        <p:spPr>
          <a:xfrm>
            <a:off x="365760" y="6126480"/>
            <a:ext cx="5486400" cy="502920"/>
          </a:xfrm>
          <a:prstGeom prst="rect">
            <a:avLst/>
          </a:prstGeom>
          <a:noFill/>
        </p:spPr>
        <p:txBody>
          <a:bodyPr wrap="none" lIns="0" tIns="0" r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PRESENTED BY ATTITUDE IDEOLOGY SDN BHD</a:t>
            </a:r>
          </a:p>
        </p:txBody>
      </p:sp>
      <p:sp>
        <p:nvSpPr>
          <p:cNvPr id="9" name="ph_hero_image"/>
          <p:cNvSpPr/>
          <p:nvPr/>
        </p:nvSpPr>
        <p:spPr>
          <a:xfrm>
            <a:off x="3935233" y="869735"/>
            <a:ext cx="4321534" cy="3896099"/>
          </a:xfrm>
          <a:prstGeom prst="rect">
            <a:avLst/>
          </a:prstGeom>
          <a:solidFill>
            <a:srgbClr val="E0E0E0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ph_hero_label"/>
          <p:cNvSpPr txBox="1"/>
          <p:nvPr/>
        </p:nvSpPr>
        <p:spPr>
          <a:xfrm>
            <a:off x="3869634" y="2697689"/>
            <a:ext cx="432153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i="1">
                <a:solidFill>
                  <a:srgbClr val="888888"/>
                </a:solidFill>
                <a:latin typeface="Arial"/>
              </a:rPr>
              <a:t>{HERO_IMAGE}</a:t>
            </a:r>
          </a:p>
        </p:txBody>
      </p:sp>
      <p:pic>
        <p:nvPicPr>
          <p:cNvPr id="11" name="ph_attitude_logo" descr="ai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2286000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_client_logo"/>
          <p:cNvSpPr/>
          <p:nvPr/>
        </p:nvSpPr>
        <p:spPr>
          <a:xfrm>
            <a:off x="9875520" y="27432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888888"/>
                </a:solidFill>
                <a:latin typeface="Arial"/>
              </a:rPr>
              <a:t>{CLIENT_LOGO}</a:t>
            </a:r>
          </a:p>
        </p:txBody>
      </p:sp>
      <p:sp>
        <p:nvSpPr>
          <p:cNvPr id="5" name="ph_header_bar"/>
          <p:cNvSpPr/>
          <p:nvPr/>
        </p:nvSpPr>
        <p:spPr>
          <a:xfrm>
            <a:off x="0" y="1097280"/>
            <a:ext cx="12191695" cy="777240"/>
          </a:xfrm>
          <a:prstGeom prst="rect">
            <a:avLst/>
          </a:prstGeom>
          <a:solidFill>
            <a:srgbClr val="0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ph_header_title"/>
          <p:cNvSpPr txBox="1"/>
          <p:nvPr/>
        </p:nvSpPr>
        <p:spPr>
          <a:xfrm>
            <a:off x="4258903" y="1224290"/>
            <a:ext cx="3673891" cy="52322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Arial"/>
              </a:rPr>
              <a:t>TOP 3</a:t>
            </a:r>
            <a:r>
              <a:rPr lang="en-MY" sz="2800" b="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altLang="zh-CN" sz="2800" b="1" dirty="0">
                <a:solidFill>
                  <a:srgbClr val="FFFFFF"/>
                </a:solidFill>
                <a:latin typeface="Arial"/>
              </a:rPr>
              <a:t>Posts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 in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Tiktok</a:t>
            </a:r>
            <a:endParaRPr sz="2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h_top3_image_1"/>
          <p:cNvSpPr/>
          <p:nvPr/>
        </p:nvSpPr>
        <p:spPr>
          <a:xfrm>
            <a:off x="609447" y="2103120"/>
            <a:ext cx="3413759" cy="347472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ph_top3_label_1"/>
          <p:cNvSpPr txBox="1"/>
          <p:nvPr/>
        </p:nvSpPr>
        <p:spPr>
          <a:xfrm>
            <a:off x="700887" y="3520439"/>
            <a:ext cx="3230879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Arial"/>
              </a:rPr>
              <a:t>{TOP3_NAME_1}</a:t>
            </a:r>
          </a:p>
        </p:txBody>
      </p:sp>
      <p:sp>
        <p:nvSpPr>
          <p:cNvPr id="9" name="ph_top3_fullname_1"/>
          <p:cNvSpPr txBox="1"/>
          <p:nvPr/>
        </p:nvSpPr>
        <p:spPr>
          <a:xfrm>
            <a:off x="609447" y="5715000"/>
            <a:ext cx="341375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Arial"/>
              </a:rPr>
              <a:t>{TOP3_FULLNAME_1}</a:t>
            </a:r>
          </a:p>
        </p:txBody>
      </p:sp>
      <p:sp>
        <p:nvSpPr>
          <p:cNvPr id="10" name="ph_top3_views_1"/>
          <p:cNvSpPr txBox="1"/>
          <p:nvPr/>
        </p:nvSpPr>
        <p:spPr>
          <a:xfrm>
            <a:off x="609447" y="6080760"/>
            <a:ext cx="341375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View : {TOP3_VIEWS_1}</a:t>
            </a:r>
          </a:p>
        </p:txBody>
      </p:sp>
      <p:sp>
        <p:nvSpPr>
          <p:cNvPr id="11" name="ph_top3_eng_1"/>
          <p:cNvSpPr txBox="1"/>
          <p:nvPr/>
        </p:nvSpPr>
        <p:spPr>
          <a:xfrm>
            <a:off x="609447" y="6400800"/>
            <a:ext cx="341375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Engagement: {TOP3_ENG_1}</a:t>
            </a:r>
          </a:p>
        </p:txBody>
      </p:sp>
      <p:sp>
        <p:nvSpPr>
          <p:cNvPr id="12" name="ph_top3_image_2"/>
          <p:cNvSpPr/>
          <p:nvPr/>
        </p:nvSpPr>
        <p:spPr>
          <a:xfrm>
            <a:off x="4388967" y="2103120"/>
            <a:ext cx="3413759" cy="347472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ph_top3_label_2"/>
          <p:cNvSpPr txBox="1"/>
          <p:nvPr/>
        </p:nvSpPr>
        <p:spPr>
          <a:xfrm>
            <a:off x="4480407" y="3520439"/>
            <a:ext cx="3230879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Arial"/>
              </a:rPr>
              <a:t>{TOP3_NAME_2}</a:t>
            </a:r>
          </a:p>
        </p:txBody>
      </p:sp>
      <p:sp>
        <p:nvSpPr>
          <p:cNvPr id="14" name="ph_top3_fullname_2"/>
          <p:cNvSpPr txBox="1"/>
          <p:nvPr/>
        </p:nvSpPr>
        <p:spPr>
          <a:xfrm>
            <a:off x="4388967" y="5715000"/>
            <a:ext cx="341375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Arial"/>
              </a:rPr>
              <a:t>{TOP3_FULLNAME_2}</a:t>
            </a:r>
          </a:p>
        </p:txBody>
      </p:sp>
      <p:sp>
        <p:nvSpPr>
          <p:cNvPr id="15" name="ph_top3_views_2"/>
          <p:cNvSpPr txBox="1"/>
          <p:nvPr/>
        </p:nvSpPr>
        <p:spPr>
          <a:xfrm>
            <a:off x="4388967" y="6080760"/>
            <a:ext cx="341375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View : {TOP3_VIEWS_2}</a:t>
            </a:r>
          </a:p>
        </p:txBody>
      </p:sp>
      <p:sp>
        <p:nvSpPr>
          <p:cNvPr id="16" name="ph_top3_eng_2"/>
          <p:cNvSpPr txBox="1"/>
          <p:nvPr/>
        </p:nvSpPr>
        <p:spPr>
          <a:xfrm>
            <a:off x="4388967" y="6400800"/>
            <a:ext cx="341375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Engagement: {TOP3_ENG_2}</a:t>
            </a:r>
          </a:p>
        </p:txBody>
      </p:sp>
      <p:sp>
        <p:nvSpPr>
          <p:cNvPr id="17" name="ph_top3_image_3"/>
          <p:cNvSpPr/>
          <p:nvPr/>
        </p:nvSpPr>
        <p:spPr>
          <a:xfrm>
            <a:off x="8168487" y="2103120"/>
            <a:ext cx="3413759" cy="34747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ph_top3_label_3"/>
          <p:cNvSpPr txBox="1"/>
          <p:nvPr/>
        </p:nvSpPr>
        <p:spPr>
          <a:xfrm>
            <a:off x="8259927" y="3520439"/>
            <a:ext cx="3230879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Arial"/>
              </a:rPr>
              <a:t>{TOP3_NAME_3}</a:t>
            </a:r>
          </a:p>
        </p:txBody>
      </p:sp>
      <p:sp>
        <p:nvSpPr>
          <p:cNvPr id="19" name="ph_top3_fullname_3"/>
          <p:cNvSpPr txBox="1"/>
          <p:nvPr/>
        </p:nvSpPr>
        <p:spPr>
          <a:xfrm>
            <a:off x="8168487" y="5715000"/>
            <a:ext cx="341375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Arial"/>
              </a:rPr>
              <a:t>{TOP3_FULLNAME_3}</a:t>
            </a:r>
          </a:p>
        </p:txBody>
      </p:sp>
      <p:sp>
        <p:nvSpPr>
          <p:cNvPr id="20" name="ph_top3_views_3"/>
          <p:cNvSpPr txBox="1"/>
          <p:nvPr/>
        </p:nvSpPr>
        <p:spPr>
          <a:xfrm>
            <a:off x="8168487" y="6080760"/>
            <a:ext cx="341375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View : {TOP3_VIEWS_3}</a:t>
            </a:r>
          </a:p>
        </p:txBody>
      </p:sp>
      <p:sp>
        <p:nvSpPr>
          <p:cNvPr id="21" name="ph_top3_eng_3"/>
          <p:cNvSpPr txBox="1"/>
          <p:nvPr/>
        </p:nvSpPr>
        <p:spPr>
          <a:xfrm>
            <a:off x="8168487" y="6400800"/>
            <a:ext cx="341375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Engagement: {TOP3_ENG_3}</a:t>
            </a:r>
          </a:p>
        </p:txBody>
      </p:sp>
      <p:pic>
        <p:nvPicPr>
          <p:cNvPr id="22" name="ph_attitude_logo" descr="ai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2286000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_client_logo"/>
          <p:cNvSpPr/>
          <p:nvPr/>
        </p:nvSpPr>
        <p:spPr>
          <a:xfrm>
            <a:off x="9875520" y="27432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888888"/>
                </a:solidFill>
                <a:latin typeface="Arial"/>
              </a:rPr>
              <a:t>{CLIENT_LOGO}</a:t>
            </a:r>
          </a:p>
        </p:txBody>
      </p:sp>
      <p:sp>
        <p:nvSpPr>
          <p:cNvPr id="5" name="ph_header_bar"/>
          <p:cNvSpPr/>
          <p:nvPr/>
        </p:nvSpPr>
        <p:spPr>
          <a:xfrm>
            <a:off x="0" y="1097280"/>
            <a:ext cx="12191695" cy="777240"/>
          </a:xfrm>
          <a:prstGeom prst="rect">
            <a:avLst/>
          </a:prstGeom>
          <a:solidFill>
            <a:srgbClr val="0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ph_header_title"/>
          <p:cNvSpPr txBox="1"/>
          <p:nvPr/>
        </p:nvSpPr>
        <p:spPr>
          <a:xfrm>
            <a:off x="4416766" y="1224290"/>
            <a:ext cx="3358163" cy="52322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Arial"/>
              </a:rPr>
              <a:t>TOP 3</a:t>
            </a:r>
            <a:r>
              <a:rPr lang="en-MY" sz="2800" b="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altLang="zh-CN" sz="2800" b="1" dirty="0">
                <a:solidFill>
                  <a:srgbClr val="FFFFFF"/>
                </a:solidFill>
                <a:latin typeface="Arial"/>
              </a:rPr>
              <a:t>Posts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 in XHS</a:t>
            </a:r>
          </a:p>
        </p:txBody>
      </p:sp>
      <p:sp>
        <p:nvSpPr>
          <p:cNvPr id="7" name="ph_top3_image_1"/>
          <p:cNvSpPr/>
          <p:nvPr/>
        </p:nvSpPr>
        <p:spPr>
          <a:xfrm>
            <a:off x="609447" y="2103120"/>
            <a:ext cx="3413759" cy="347472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ph_top3_label_1"/>
          <p:cNvSpPr txBox="1"/>
          <p:nvPr/>
        </p:nvSpPr>
        <p:spPr>
          <a:xfrm>
            <a:off x="700887" y="3520439"/>
            <a:ext cx="3230879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Arial"/>
              </a:rPr>
              <a:t>{TOP3_NAME_1}</a:t>
            </a:r>
          </a:p>
        </p:txBody>
      </p:sp>
      <p:sp>
        <p:nvSpPr>
          <p:cNvPr id="9" name="ph_top3_fullname_1"/>
          <p:cNvSpPr txBox="1"/>
          <p:nvPr/>
        </p:nvSpPr>
        <p:spPr>
          <a:xfrm>
            <a:off x="609447" y="5715000"/>
            <a:ext cx="341375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Arial"/>
              </a:rPr>
              <a:t>{TOP3_FULLNAME_1}</a:t>
            </a:r>
          </a:p>
        </p:txBody>
      </p:sp>
      <p:sp>
        <p:nvSpPr>
          <p:cNvPr id="10" name="ph_top3_views_1"/>
          <p:cNvSpPr txBox="1"/>
          <p:nvPr/>
        </p:nvSpPr>
        <p:spPr>
          <a:xfrm>
            <a:off x="609447" y="6080760"/>
            <a:ext cx="341375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View : {TOP3_VIEWS_1}</a:t>
            </a:r>
          </a:p>
        </p:txBody>
      </p:sp>
      <p:sp>
        <p:nvSpPr>
          <p:cNvPr id="11" name="ph_top3_eng_1"/>
          <p:cNvSpPr txBox="1"/>
          <p:nvPr/>
        </p:nvSpPr>
        <p:spPr>
          <a:xfrm>
            <a:off x="609447" y="6400800"/>
            <a:ext cx="341375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Engagement: {TOP3_ENG_1}</a:t>
            </a:r>
          </a:p>
        </p:txBody>
      </p:sp>
      <p:sp>
        <p:nvSpPr>
          <p:cNvPr id="12" name="ph_top3_image_2"/>
          <p:cNvSpPr/>
          <p:nvPr/>
        </p:nvSpPr>
        <p:spPr>
          <a:xfrm>
            <a:off x="4388967" y="2103120"/>
            <a:ext cx="3413759" cy="347472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ph_top3_label_2"/>
          <p:cNvSpPr txBox="1"/>
          <p:nvPr/>
        </p:nvSpPr>
        <p:spPr>
          <a:xfrm>
            <a:off x="4480407" y="3520439"/>
            <a:ext cx="3230879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Arial"/>
              </a:rPr>
              <a:t>{TOP3_NAME_2}</a:t>
            </a:r>
          </a:p>
        </p:txBody>
      </p:sp>
      <p:sp>
        <p:nvSpPr>
          <p:cNvPr id="14" name="ph_top3_fullname_2"/>
          <p:cNvSpPr txBox="1"/>
          <p:nvPr/>
        </p:nvSpPr>
        <p:spPr>
          <a:xfrm>
            <a:off x="4388967" y="5715000"/>
            <a:ext cx="341375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Arial"/>
              </a:rPr>
              <a:t>{TOP3_FULLNAME_2}</a:t>
            </a:r>
          </a:p>
        </p:txBody>
      </p:sp>
      <p:sp>
        <p:nvSpPr>
          <p:cNvPr id="15" name="ph_top3_views_2"/>
          <p:cNvSpPr txBox="1"/>
          <p:nvPr/>
        </p:nvSpPr>
        <p:spPr>
          <a:xfrm>
            <a:off x="4388967" y="6080760"/>
            <a:ext cx="341375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View : {TOP3_VIEWS_2}</a:t>
            </a:r>
          </a:p>
        </p:txBody>
      </p:sp>
      <p:sp>
        <p:nvSpPr>
          <p:cNvPr id="16" name="ph_top3_eng_2"/>
          <p:cNvSpPr txBox="1"/>
          <p:nvPr/>
        </p:nvSpPr>
        <p:spPr>
          <a:xfrm>
            <a:off x="4388967" y="6400800"/>
            <a:ext cx="341375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Engagement: {TOP3_ENG_2}</a:t>
            </a:r>
          </a:p>
        </p:txBody>
      </p:sp>
      <p:sp>
        <p:nvSpPr>
          <p:cNvPr id="17" name="ph_top3_image_3"/>
          <p:cNvSpPr/>
          <p:nvPr/>
        </p:nvSpPr>
        <p:spPr>
          <a:xfrm>
            <a:off x="8168487" y="2103120"/>
            <a:ext cx="3413759" cy="34747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ph_top3_label_3"/>
          <p:cNvSpPr txBox="1"/>
          <p:nvPr/>
        </p:nvSpPr>
        <p:spPr>
          <a:xfrm>
            <a:off x="8259927" y="3520439"/>
            <a:ext cx="3230879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Arial"/>
              </a:rPr>
              <a:t>{TOP3_NAME_3}</a:t>
            </a:r>
          </a:p>
        </p:txBody>
      </p:sp>
      <p:sp>
        <p:nvSpPr>
          <p:cNvPr id="19" name="ph_top3_fullname_3"/>
          <p:cNvSpPr txBox="1"/>
          <p:nvPr/>
        </p:nvSpPr>
        <p:spPr>
          <a:xfrm>
            <a:off x="8168487" y="5715000"/>
            <a:ext cx="341375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Arial"/>
              </a:rPr>
              <a:t>{TOP3_FULLNAME_3}</a:t>
            </a:r>
          </a:p>
        </p:txBody>
      </p:sp>
      <p:sp>
        <p:nvSpPr>
          <p:cNvPr id="20" name="ph_top3_views_3"/>
          <p:cNvSpPr txBox="1"/>
          <p:nvPr/>
        </p:nvSpPr>
        <p:spPr>
          <a:xfrm>
            <a:off x="8168487" y="6080760"/>
            <a:ext cx="341375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View : {TOP3_VIEWS_3}</a:t>
            </a:r>
          </a:p>
        </p:txBody>
      </p:sp>
      <p:sp>
        <p:nvSpPr>
          <p:cNvPr id="21" name="ph_top3_eng_3"/>
          <p:cNvSpPr txBox="1"/>
          <p:nvPr/>
        </p:nvSpPr>
        <p:spPr>
          <a:xfrm>
            <a:off x="8168487" y="6400800"/>
            <a:ext cx="341375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Engagement: {TOP3_ENG_3}</a:t>
            </a:r>
          </a:p>
        </p:txBody>
      </p:sp>
      <p:pic>
        <p:nvPicPr>
          <p:cNvPr id="22" name="ph_attitude_logo" descr="ai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2286000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_client_logo"/>
          <p:cNvSpPr/>
          <p:nvPr/>
        </p:nvSpPr>
        <p:spPr>
          <a:xfrm>
            <a:off x="9875520" y="27432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888888"/>
                </a:solidFill>
                <a:latin typeface="Arial"/>
              </a:rPr>
              <a:t>{CLIENT_LOGO}</a:t>
            </a:r>
          </a:p>
        </p:txBody>
      </p:sp>
      <p:sp>
        <p:nvSpPr>
          <p:cNvPr id="5" name="ph_header_bar"/>
          <p:cNvSpPr/>
          <p:nvPr/>
        </p:nvSpPr>
        <p:spPr>
          <a:xfrm>
            <a:off x="0" y="1097280"/>
            <a:ext cx="12191695" cy="777240"/>
          </a:xfrm>
          <a:prstGeom prst="rect">
            <a:avLst/>
          </a:prstGeom>
          <a:solidFill>
            <a:srgbClr val="0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ph_header_title"/>
          <p:cNvSpPr txBox="1"/>
          <p:nvPr/>
        </p:nvSpPr>
        <p:spPr>
          <a:xfrm>
            <a:off x="0" y="1097280"/>
            <a:ext cx="12191695" cy="77724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TIKTOK KOL POSTING</a:t>
            </a:r>
          </a:p>
        </p:txBody>
      </p:sp>
      <p:sp>
        <p:nvSpPr>
          <p:cNvPr id="7" name="ph_post_image"/>
          <p:cNvSpPr/>
          <p:nvPr/>
        </p:nvSpPr>
        <p:spPr>
          <a:xfrm>
            <a:off x="457200" y="2103120"/>
            <a:ext cx="3200400" cy="42976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977640"/>
            <a:ext cx="32004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1">
                <a:solidFill>
                  <a:srgbClr val="888888"/>
                </a:solidFill>
                <a:latin typeface="Arial"/>
              </a:rPr>
              <a:t>{POST_IMAGE}</a:t>
            </a:r>
          </a:p>
        </p:txBody>
      </p:sp>
      <p:sp>
        <p:nvSpPr>
          <p:cNvPr id="9" name="ph_insight_image"/>
          <p:cNvSpPr/>
          <p:nvPr/>
        </p:nvSpPr>
        <p:spPr>
          <a:xfrm>
            <a:off x="3931920" y="2103120"/>
            <a:ext cx="3200400" cy="429768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0" y="3977640"/>
            <a:ext cx="32004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1">
                <a:solidFill>
                  <a:srgbClr val="888888"/>
                </a:solidFill>
                <a:latin typeface="Arial"/>
              </a:rPr>
              <a:t>{INSIGHT_IMAGE}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560" y="3113807"/>
            <a:ext cx="14630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 dirty="0">
                <a:solidFill>
                  <a:srgbClr val="1A1A1A"/>
                </a:solidFill>
                <a:latin typeface="Arial"/>
              </a:rPr>
              <a:t>Like:</a:t>
            </a:r>
          </a:p>
        </p:txBody>
      </p:sp>
      <p:sp>
        <p:nvSpPr>
          <p:cNvPr id="14" name="ph_stat_likes"/>
          <p:cNvSpPr txBox="1"/>
          <p:nvPr/>
        </p:nvSpPr>
        <p:spPr>
          <a:xfrm>
            <a:off x="9845040" y="3113807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{LIKES}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560" y="3891047"/>
            <a:ext cx="14630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Comments:</a:t>
            </a:r>
          </a:p>
        </p:txBody>
      </p:sp>
      <p:sp>
        <p:nvSpPr>
          <p:cNvPr id="18" name="ph_stat_comments"/>
          <p:cNvSpPr txBox="1"/>
          <p:nvPr/>
        </p:nvSpPr>
        <p:spPr>
          <a:xfrm>
            <a:off x="9845040" y="3891047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{COMMENTS}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2376" y="2362200"/>
            <a:ext cx="14630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 dirty="0">
                <a:solidFill>
                  <a:srgbClr val="1A1A1A"/>
                </a:solidFill>
                <a:latin typeface="Arial"/>
              </a:rPr>
              <a:t>View:</a:t>
            </a:r>
          </a:p>
        </p:txBody>
      </p:sp>
      <p:sp>
        <p:nvSpPr>
          <p:cNvPr id="22" name="ph_stat_views"/>
          <p:cNvSpPr txBox="1"/>
          <p:nvPr/>
        </p:nvSpPr>
        <p:spPr>
          <a:xfrm>
            <a:off x="9826856" y="236220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{VIEWS}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709159"/>
            <a:ext cx="14630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Save:</a:t>
            </a:r>
          </a:p>
        </p:txBody>
      </p:sp>
      <p:sp>
        <p:nvSpPr>
          <p:cNvPr id="26" name="ph_stat_saves"/>
          <p:cNvSpPr txBox="1"/>
          <p:nvPr/>
        </p:nvSpPr>
        <p:spPr>
          <a:xfrm>
            <a:off x="9875520" y="4709159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{SAVES}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486400"/>
            <a:ext cx="14630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Share:</a:t>
            </a:r>
          </a:p>
        </p:txBody>
      </p:sp>
      <p:sp>
        <p:nvSpPr>
          <p:cNvPr id="30" name="ph_stat_shares"/>
          <p:cNvSpPr txBox="1"/>
          <p:nvPr/>
        </p:nvSpPr>
        <p:spPr>
          <a:xfrm>
            <a:off x="9875520" y="548640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{SHARES}</a:t>
            </a:r>
          </a:p>
        </p:txBody>
      </p:sp>
      <p:sp>
        <p:nvSpPr>
          <p:cNvPr id="31" name="ph_creator_name"/>
          <p:cNvSpPr txBox="1"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rial"/>
              </a:rPr>
              <a:t>{CREATOR_NAME}</a:t>
            </a:r>
          </a:p>
        </p:txBody>
      </p:sp>
      <p:sp>
        <p:nvSpPr>
          <p:cNvPr id="32" name="ph_post_url"/>
          <p:cNvSpPr txBox="1"/>
          <p:nvPr/>
        </p:nvSpPr>
        <p:spPr>
          <a:xfrm>
            <a:off x="4572000" y="6446520"/>
            <a:ext cx="7132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976D2"/>
                </a:solidFill>
                <a:latin typeface="Arial"/>
              </a:rPr>
              <a:t>{POST_URL}</a:t>
            </a:r>
          </a:p>
        </p:txBody>
      </p:sp>
      <p:pic>
        <p:nvPicPr>
          <p:cNvPr id="33" name="ph_attitude_logo" descr="ai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2286000" cy="676656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81C3DDC-B0EF-6AAC-2C3E-A4CDAC0E5151}"/>
              </a:ext>
            </a:extLst>
          </p:cNvPr>
          <p:cNvSpPr txBox="1"/>
          <p:nvPr/>
        </p:nvSpPr>
        <p:spPr>
          <a:xfrm>
            <a:off x="3026352" y="3244334"/>
            <a:ext cx="6135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b="0" dirty="0">
                <a:effectLst/>
              </a:rPr>
              <a:t> </a:t>
            </a:r>
            <a:endParaRPr lang="en-MY" dirty="0"/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21848CF9-FD3F-7335-B8B0-4F4DC6D04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6608" y="2408109"/>
            <a:ext cx="470465" cy="47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>
            <a:extLst>
              <a:ext uri="{FF2B5EF4-FFF2-40B4-BE49-F238E27FC236}">
                <a16:creationId xmlns:a16="http://schemas.microsoft.com/office/drawing/2014/main" id="{502CC69F-E361-9E54-A385-C389DD969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4426" y="3133596"/>
            <a:ext cx="470465" cy="47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>
            <a:extLst>
              <a:ext uri="{FF2B5EF4-FFF2-40B4-BE49-F238E27FC236}">
                <a16:creationId xmlns:a16="http://schemas.microsoft.com/office/drawing/2014/main" id="{34B8991E-96B1-EBEA-3499-83871B334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882" y="3975406"/>
            <a:ext cx="470465" cy="47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>
            <a:extLst>
              <a:ext uri="{FF2B5EF4-FFF2-40B4-BE49-F238E27FC236}">
                <a16:creationId xmlns:a16="http://schemas.microsoft.com/office/drawing/2014/main" id="{F85D46E5-6A17-0C8D-6013-6A52C3696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952" y="4815839"/>
            <a:ext cx="376627" cy="376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>
            <a:extLst>
              <a:ext uri="{FF2B5EF4-FFF2-40B4-BE49-F238E27FC236}">
                <a16:creationId xmlns:a16="http://schemas.microsoft.com/office/drawing/2014/main" id="{929EA52B-DECB-EB44-E22F-3097C3F47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439" y="5598583"/>
            <a:ext cx="393652" cy="393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_client_logo"/>
          <p:cNvSpPr/>
          <p:nvPr/>
        </p:nvSpPr>
        <p:spPr>
          <a:xfrm>
            <a:off x="9875520" y="27432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888888"/>
                </a:solidFill>
                <a:latin typeface="Arial"/>
              </a:rPr>
              <a:t>{CLIENT_LOGO}</a:t>
            </a:r>
          </a:p>
        </p:txBody>
      </p:sp>
      <p:sp>
        <p:nvSpPr>
          <p:cNvPr id="5" name="ph_header_bar"/>
          <p:cNvSpPr/>
          <p:nvPr/>
        </p:nvSpPr>
        <p:spPr>
          <a:xfrm>
            <a:off x="0" y="1097280"/>
            <a:ext cx="12191695" cy="777240"/>
          </a:xfrm>
          <a:prstGeom prst="rect">
            <a:avLst/>
          </a:prstGeom>
          <a:solidFill>
            <a:srgbClr val="0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ph_header_title"/>
          <p:cNvSpPr txBox="1"/>
          <p:nvPr/>
        </p:nvSpPr>
        <p:spPr>
          <a:xfrm>
            <a:off x="0" y="1097280"/>
            <a:ext cx="12191695" cy="77724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XHS KOC POSTING</a:t>
            </a:r>
          </a:p>
        </p:txBody>
      </p:sp>
      <p:sp>
        <p:nvSpPr>
          <p:cNvPr id="7" name="ph_post_image"/>
          <p:cNvSpPr/>
          <p:nvPr/>
        </p:nvSpPr>
        <p:spPr>
          <a:xfrm>
            <a:off x="457200" y="2103120"/>
            <a:ext cx="3200400" cy="42976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977640"/>
            <a:ext cx="32004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1">
                <a:solidFill>
                  <a:srgbClr val="888888"/>
                </a:solidFill>
                <a:latin typeface="Arial"/>
              </a:rPr>
              <a:t>{POST_IMAGE}</a:t>
            </a:r>
          </a:p>
        </p:txBody>
      </p:sp>
      <p:sp>
        <p:nvSpPr>
          <p:cNvPr id="9" name="ph_insight_image"/>
          <p:cNvSpPr/>
          <p:nvPr/>
        </p:nvSpPr>
        <p:spPr>
          <a:xfrm>
            <a:off x="3931920" y="2103120"/>
            <a:ext cx="3200400" cy="429768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0" y="3977640"/>
            <a:ext cx="32004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1">
                <a:solidFill>
                  <a:srgbClr val="888888"/>
                </a:solidFill>
                <a:latin typeface="Arial"/>
              </a:rPr>
              <a:t>{INSIGHT_IMAGE}</a:t>
            </a:r>
          </a:p>
        </p:txBody>
      </p:sp>
      <p:sp>
        <p:nvSpPr>
          <p:cNvPr id="31" name="ph_creator_name"/>
          <p:cNvSpPr txBox="1"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rial"/>
              </a:rPr>
              <a:t>{CREATOR_NAME}</a:t>
            </a:r>
          </a:p>
        </p:txBody>
      </p:sp>
      <p:sp>
        <p:nvSpPr>
          <p:cNvPr id="32" name="ph_post_url"/>
          <p:cNvSpPr txBox="1"/>
          <p:nvPr/>
        </p:nvSpPr>
        <p:spPr>
          <a:xfrm>
            <a:off x="4572000" y="6446520"/>
            <a:ext cx="7132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976D2"/>
                </a:solidFill>
                <a:latin typeface="Arial"/>
              </a:rPr>
              <a:t>{POST_URL}</a:t>
            </a:r>
          </a:p>
        </p:txBody>
      </p:sp>
      <p:pic>
        <p:nvPicPr>
          <p:cNvPr id="33" name="ph_attitude_logo" descr="ai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2286000" cy="6766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4BA4B2-A4CB-0E14-A104-8A6C1FC80EED}"/>
              </a:ext>
            </a:extLst>
          </p:cNvPr>
          <p:cNvSpPr txBox="1"/>
          <p:nvPr/>
        </p:nvSpPr>
        <p:spPr>
          <a:xfrm>
            <a:off x="8290560" y="3113807"/>
            <a:ext cx="14630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 dirty="0">
                <a:solidFill>
                  <a:srgbClr val="1A1A1A"/>
                </a:solidFill>
                <a:latin typeface="Arial"/>
              </a:rPr>
              <a:t>Like:</a:t>
            </a:r>
          </a:p>
        </p:txBody>
      </p:sp>
      <p:sp>
        <p:nvSpPr>
          <p:cNvPr id="3" name="ph_stat_likes">
            <a:extLst>
              <a:ext uri="{FF2B5EF4-FFF2-40B4-BE49-F238E27FC236}">
                <a16:creationId xmlns:a16="http://schemas.microsoft.com/office/drawing/2014/main" id="{9FFB8CC6-71E7-43D0-1D89-FD3D462CAA25}"/>
              </a:ext>
            </a:extLst>
          </p:cNvPr>
          <p:cNvSpPr txBox="1"/>
          <p:nvPr/>
        </p:nvSpPr>
        <p:spPr>
          <a:xfrm>
            <a:off x="9845040" y="3113807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{LIKES}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B50E8B-D3C0-75A0-AD00-633E349A68F8}"/>
              </a:ext>
            </a:extLst>
          </p:cNvPr>
          <p:cNvSpPr txBox="1"/>
          <p:nvPr/>
        </p:nvSpPr>
        <p:spPr>
          <a:xfrm>
            <a:off x="8290560" y="3891047"/>
            <a:ext cx="14630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Comments:</a:t>
            </a:r>
          </a:p>
        </p:txBody>
      </p:sp>
      <p:sp>
        <p:nvSpPr>
          <p:cNvPr id="35" name="ph_stat_comments">
            <a:extLst>
              <a:ext uri="{FF2B5EF4-FFF2-40B4-BE49-F238E27FC236}">
                <a16:creationId xmlns:a16="http://schemas.microsoft.com/office/drawing/2014/main" id="{D3B13558-2A1A-98FC-6F8C-A1F2EB0686B5}"/>
              </a:ext>
            </a:extLst>
          </p:cNvPr>
          <p:cNvSpPr txBox="1"/>
          <p:nvPr/>
        </p:nvSpPr>
        <p:spPr>
          <a:xfrm>
            <a:off x="9845040" y="3891047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{COMMENTS}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C103AB-5AC8-6215-4B31-C1F8F5CFB20A}"/>
              </a:ext>
            </a:extLst>
          </p:cNvPr>
          <p:cNvSpPr txBox="1"/>
          <p:nvPr/>
        </p:nvSpPr>
        <p:spPr>
          <a:xfrm>
            <a:off x="8272376" y="2362200"/>
            <a:ext cx="14630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 dirty="0">
                <a:solidFill>
                  <a:srgbClr val="1A1A1A"/>
                </a:solidFill>
                <a:latin typeface="Arial"/>
              </a:rPr>
              <a:t>View:</a:t>
            </a:r>
          </a:p>
        </p:txBody>
      </p:sp>
      <p:sp>
        <p:nvSpPr>
          <p:cNvPr id="37" name="ph_stat_views">
            <a:extLst>
              <a:ext uri="{FF2B5EF4-FFF2-40B4-BE49-F238E27FC236}">
                <a16:creationId xmlns:a16="http://schemas.microsoft.com/office/drawing/2014/main" id="{17891AEC-8330-3DB5-6424-5FFFCF0FCA18}"/>
              </a:ext>
            </a:extLst>
          </p:cNvPr>
          <p:cNvSpPr txBox="1"/>
          <p:nvPr/>
        </p:nvSpPr>
        <p:spPr>
          <a:xfrm>
            <a:off x="9826856" y="236220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{VIEWS}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5215EF0-5B95-F2F8-3E26-8EAD94C5614B}"/>
              </a:ext>
            </a:extLst>
          </p:cNvPr>
          <p:cNvSpPr txBox="1"/>
          <p:nvPr/>
        </p:nvSpPr>
        <p:spPr>
          <a:xfrm>
            <a:off x="8321040" y="4709159"/>
            <a:ext cx="14630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Save:</a:t>
            </a:r>
          </a:p>
        </p:txBody>
      </p:sp>
      <p:sp>
        <p:nvSpPr>
          <p:cNvPr id="39" name="ph_stat_saves">
            <a:extLst>
              <a:ext uri="{FF2B5EF4-FFF2-40B4-BE49-F238E27FC236}">
                <a16:creationId xmlns:a16="http://schemas.microsoft.com/office/drawing/2014/main" id="{695048C6-2266-4B7D-E946-7C50845852AB}"/>
              </a:ext>
            </a:extLst>
          </p:cNvPr>
          <p:cNvSpPr txBox="1"/>
          <p:nvPr/>
        </p:nvSpPr>
        <p:spPr>
          <a:xfrm>
            <a:off x="9875520" y="4709159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{SAVES}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B7E588-3FF0-3264-E183-CDD2B217E399}"/>
              </a:ext>
            </a:extLst>
          </p:cNvPr>
          <p:cNvSpPr txBox="1"/>
          <p:nvPr/>
        </p:nvSpPr>
        <p:spPr>
          <a:xfrm>
            <a:off x="8321040" y="5486400"/>
            <a:ext cx="14630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Share:</a:t>
            </a:r>
          </a:p>
        </p:txBody>
      </p:sp>
      <p:sp>
        <p:nvSpPr>
          <p:cNvPr id="41" name="ph_stat_shares">
            <a:extLst>
              <a:ext uri="{FF2B5EF4-FFF2-40B4-BE49-F238E27FC236}">
                <a16:creationId xmlns:a16="http://schemas.microsoft.com/office/drawing/2014/main" id="{5F7B0124-729D-34A0-F6F4-FABF0AC5AF87}"/>
              </a:ext>
            </a:extLst>
          </p:cNvPr>
          <p:cNvSpPr txBox="1"/>
          <p:nvPr/>
        </p:nvSpPr>
        <p:spPr>
          <a:xfrm>
            <a:off x="9875520" y="548640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{SHARES}</a:t>
            </a:r>
          </a:p>
        </p:txBody>
      </p:sp>
      <p:pic>
        <p:nvPicPr>
          <p:cNvPr id="42" name="Picture 5">
            <a:extLst>
              <a:ext uri="{FF2B5EF4-FFF2-40B4-BE49-F238E27FC236}">
                <a16:creationId xmlns:a16="http://schemas.microsoft.com/office/drawing/2014/main" id="{C5D2EC3D-AF7E-D67E-C278-07A678AE0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6608" y="2408109"/>
            <a:ext cx="470465" cy="47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7">
            <a:extLst>
              <a:ext uri="{FF2B5EF4-FFF2-40B4-BE49-F238E27FC236}">
                <a16:creationId xmlns:a16="http://schemas.microsoft.com/office/drawing/2014/main" id="{E96F1985-52E7-DB85-3E6D-E0FFCAE43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4426" y="3133596"/>
            <a:ext cx="470465" cy="47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9">
            <a:extLst>
              <a:ext uri="{FF2B5EF4-FFF2-40B4-BE49-F238E27FC236}">
                <a16:creationId xmlns:a16="http://schemas.microsoft.com/office/drawing/2014/main" id="{E855B937-68A8-40C2-7144-0D5D15256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882" y="3975406"/>
            <a:ext cx="470465" cy="47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1">
            <a:extLst>
              <a:ext uri="{FF2B5EF4-FFF2-40B4-BE49-F238E27FC236}">
                <a16:creationId xmlns:a16="http://schemas.microsoft.com/office/drawing/2014/main" id="{E3943907-E5B0-571B-CEF1-88F9076AC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952" y="4815839"/>
            <a:ext cx="376627" cy="376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3">
            <a:extLst>
              <a:ext uri="{FF2B5EF4-FFF2-40B4-BE49-F238E27FC236}">
                <a16:creationId xmlns:a16="http://schemas.microsoft.com/office/drawing/2014/main" id="{9FA8979F-710D-17F4-BA73-994B54C8A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439" y="5598583"/>
            <a:ext cx="393652" cy="393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_client_logo"/>
          <p:cNvSpPr/>
          <p:nvPr/>
        </p:nvSpPr>
        <p:spPr>
          <a:xfrm>
            <a:off x="9875520" y="27432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888888"/>
                </a:solidFill>
                <a:latin typeface="Arial"/>
              </a:rPr>
              <a:t>{CLIENT_LOGO}</a:t>
            </a:r>
          </a:p>
        </p:txBody>
      </p:sp>
      <p:sp>
        <p:nvSpPr>
          <p:cNvPr id="5" name="ph_divider_bar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0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600" b="1" spc="600">
                <a:solidFill>
                  <a:srgbClr val="FFFFFF"/>
                </a:solidFill>
                <a:latin typeface="Arial"/>
              </a:rPr>
              <a:t>IG (EXTRA)</a:t>
            </a:r>
          </a:p>
        </p:txBody>
      </p:sp>
      <p:pic>
        <p:nvPicPr>
          <p:cNvPr id="7" name="ph_attitude_logo" descr="ai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2286000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_client_logo"/>
          <p:cNvSpPr/>
          <p:nvPr/>
        </p:nvSpPr>
        <p:spPr>
          <a:xfrm>
            <a:off x="9875520" y="27432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888888"/>
                </a:solidFill>
                <a:latin typeface="Arial"/>
              </a:rPr>
              <a:t>{CLIENT_LOGO}</a:t>
            </a:r>
          </a:p>
        </p:txBody>
      </p:sp>
      <p:sp>
        <p:nvSpPr>
          <p:cNvPr id="5" name="ph_header_bar"/>
          <p:cNvSpPr/>
          <p:nvPr/>
        </p:nvSpPr>
        <p:spPr>
          <a:xfrm>
            <a:off x="0" y="1097280"/>
            <a:ext cx="12191695" cy="777240"/>
          </a:xfrm>
          <a:prstGeom prst="rect">
            <a:avLst/>
          </a:prstGeom>
          <a:solidFill>
            <a:srgbClr val="0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ph_header_title"/>
          <p:cNvSpPr txBox="1"/>
          <p:nvPr/>
        </p:nvSpPr>
        <p:spPr>
          <a:xfrm>
            <a:off x="0" y="1097280"/>
            <a:ext cx="12191695" cy="77724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TIKTOK KOL EXTRA POSTING (IG)</a:t>
            </a:r>
          </a:p>
        </p:txBody>
      </p:sp>
      <p:sp>
        <p:nvSpPr>
          <p:cNvPr id="7" name="ph_post_image"/>
          <p:cNvSpPr/>
          <p:nvPr/>
        </p:nvSpPr>
        <p:spPr>
          <a:xfrm>
            <a:off x="457200" y="2103120"/>
            <a:ext cx="3200400" cy="42976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977640"/>
            <a:ext cx="32004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1">
                <a:solidFill>
                  <a:srgbClr val="888888"/>
                </a:solidFill>
                <a:latin typeface="Arial"/>
              </a:rPr>
              <a:t>{POST_IMAGE}</a:t>
            </a:r>
          </a:p>
        </p:txBody>
      </p:sp>
      <p:sp>
        <p:nvSpPr>
          <p:cNvPr id="9" name="ph_insight_image"/>
          <p:cNvSpPr/>
          <p:nvPr/>
        </p:nvSpPr>
        <p:spPr>
          <a:xfrm>
            <a:off x="3931920" y="2103120"/>
            <a:ext cx="3200400" cy="429768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0" y="3977640"/>
            <a:ext cx="32004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1">
                <a:solidFill>
                  <a:srgbClr val="888888"/>
                </a:solidFill>
                <a:latin typeface="Arial"/>
              </a:rPr>
              <a:t>{INSIGHT_IMAGE}</a:t>
            </a:r>
          </a:p>
        </p:txBody>
      </p:sp>
      <p:sp>
        <p:nvSpPr>
          <p:cNvPr id="31" name="ph_creator_name"/>
          <p:cNvSpPr txBox="1"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rial"/>
              </a:rPr>
              <a:t>{CREATOR_NAME}</a:t>
            </a:r>
          </a:p>
        </p:txBody>
      </p:sp>
      <p:sp>
        <p:nvSpPr>
          <p:cNvPr id="32" name="ph_post_url"/>
          <p:cNvSpPr txBox="1"/>
          <p:nvPr/>
        </p:nvSpPr>
        <p:spPr>
          <a:xfrm>
            <a:off x="4572000" y="6446520"/>
            <a:ext cx="7132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976D2"/>
                </a:solidFill>
                <a:latin typeface="Arial"/>
              </a:rPr>
              <a:t>{POST_URL}</a:t>
            </a:r>
          </a:p>
        </p:txBody>
      </p:sp>
      <p:pic>
        <p:nvPicPr>
          <p:cNvPr id="33" name="ph_attitude_logo" descr="ai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2286000" cy="6766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05DC1C-EFF9-62C5-0770-D84B8DBD4FB0}"/>
              </a:ext>
            </a:extLst>
          </p:cNvPr>
          <p:cNvSpPr txBox="1"/>
          <p:nvPr/>
        </p:nvSpPr>
        <p:spPr>
          <a:xfrm>
            <a:off x="8290560" y="3113807"/>
            <a:ext cx="14630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 dirty="0">
                <a:solidFill>
                  <a:srgbClr val="1A1A1A"/>
                </a:solidFill>
                <a:latin typeface="Arial"/>
              </a:rPr>
              <a:t>Like:</a:t>
            </a:r>
          </a:p>
        </p:txBody>
      </p:sp>
      <p:sp>
        <p:nvSpPr>
          <p:cNvPr id="3" name="ph_stat_likes">
            <a:extLst>
              <a:ext uri="{FF2B5EF4-FFF2-40B4-BE49-F238E27FC236}">
                <a16:creationId xmlns:a16="http://schemas.microsoft.com/office/drawing/2014/main" id="{BE76B7B1-2BBB-F23C-CE36-149B72969CBE}"/>
              </a:ext>
            </a:extLst>
          </p:cNvPr>
          <p:cNvSpPr txBox="1"/>
          <p:nvPr/>
        </p:nvSpPr>
        <p:spPr>
          <a:xfrm>
            <a:off x="9845040" y="3113807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{LIKES}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8D3B88-AD7A-5CDA-D205-1D7F507078DE}"/>
              </a:ext>
            </a:extLst>
          </p:cNvPr>
          <p:cNvSpPr txBox="1"/>
          <p:nvPr/>
        </p:nvSpPr>
        <p:spPr>
          <a:xfrm>
            <a:off x="8290560" y="3891047"/>
            <a:ext cx="14630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Comments:</a:t>
            </a:r>
          </a:p>
        </p:txBody>
      </p:sp>
      <p:sp>
        <p:nvSpPr>
          <p:cNvPr id="35" name="ph_stat_comments">
            <a:extLst>
              <a:ext uri="{FF2B5EF4-FFF2-40B4-BE49-F238E27FC236}">
                <a16:creationId xmlns:a16="http://schemas.microsoft.com/office/drawing/2014/main" id="{293EC474-7A34-3803-9A37-1690C3433CB8}"/>
              </a:ext>
            </a:extLst>
          </p:cNvPr>
          <p:cNvSpPr txBox="1"/>
          <p:nvPr/>
        </p:nvSpPr>
        <p:spPr>
          <a:xfrm>
            <a:off x="9845040" y="3891047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{COMMENTS}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ABA2F2-8E3B-0A50-6D5C-AEFFC1F8E750}"/>
              </a:ext>
            </a:extLst>
          </p:cNvPr>
          <p:cNvSpPr txBox="1"/>
          <p:nvPr/>
        </p:nvSpPr>
        <p:spPr>
          <a:xfrm>
            <a:off x="8272376" y="2362200"/>
            <a:ext cx="14630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 dirty="0">
                <a:solidFill>
                  <a:srgbClr val="1A1A1A"/>
                </a:solidFill>
                <a:latin typeface="Arial"/>
              </a:rPr>
              <a:t>View:</a:t>
            </a:r>
          </a:p>
        </p:txBody>
      </p:sp>
      <p:sp>
        <p:nvSpPr>
          <p:cNvPr id="37" name="ph_stat_views">
            <a:extLst>
              <a:ext uri="{FF2B5EF4-FFF2-40B4-BE49-F238E27FC236}">
                <a16:creationId xmlns:a16="http://schemas.microsoft.com/office/drawing/2014/main" id="{12C7EBDC-0496-E671-3559-201D287C6639}"/>
              </a:ext>
            </a:extLst>
          </p:cNvPr>
          <p:cNvSpPr txBox="1"/>
          <p:nvPr/>
        </p:nvSpPr>
        <p:spPr>
          <a:xfrm>
            <a:off x="9826856" y="236220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{VIEWS}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D916AC-3852-1460-1D68-5413953AC61D}"/>
              </a:ext>
            </a:extLst>
          </p:cNvPr>
          <p:cNvSpPr txBox="1"/>
          <p:nvPr/>
        </p:nvSpPr>
        <p:spPr>
          <a:xfrm>
            <a:off x="8321040" y="4709159"/>
            <a:ext cx="14630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Save:</a:t>
            </a:r>
          </a:p>
        </p:txBody>
      </p:sp>
      <p:sp>
        <p:nvSpPr>
          <p:cNvPr id="39" name="ph_stat_saves">
            <a:extLst>
              <a:ext uri="{FF2B5EF4-FFF2-40B4-BE49-F238E27FC236}">
                <a16:creationId xmlns:a16="http://schemas.microsoft.com/office/drawing/2014/main" id="{FA01A024-44C8-D93B-51FE-3B60965B0392}"/>
              </a:ext>
            </a:extLst>
          </p:cNvPr>
          <p:cNvSpPr txBox="1"/>
          <p:nvPr/>
        </p:nvSpPr>
        <p:spPr>
          <a:xfrm>
            <a:off x="9875520" y="4709159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{SAVES}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5FDC72-81BE-BD02-0456-AD7EDE2F81D1}"/>
              </a:ext>
            </a:extLst>
          </p:cNvPr>
          <p:cNvSpPr txBox="1"/>
          <p:nvPr/>
        </p:nvSpPr>
        <p:spPr>
          <a:xfrm>
            <a:off x="8321040" y="5486400"/>
            <a:ext cx="14630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Share:</a:t>
            </a:r>
          </a:p>
        </p:txBody>
      </p:sp>
      <p:sp>
        <p:nvSpPr>
          <p:cNvPr id="41" name="ph_stat_shares">
            <a:extLst>
              <a:ext uri="{FF2B5EF4-FFF2-40B4-BE49-F238E27FC236}">
                <a16:creationId xmlns:a16="http://schemas.microsoft.com/office/drawing/2014/main" id="{CF579EBB-00AE-4828-50C2-660C1219D311}"/>
              </a:ext>
            </a:extLst>
          </p:cNvPr>
          <p:cNvSpPr txBox="1"/>
          <p:nvPr/>
        </p:nvSpPr>
        <p:spPr>
          <a:xfrm>
            <a:off x="9875520" y="548640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{SHARES}</a:t>
            </a:r>
          </a:p>
        </p:txBody>
      </p:sp>
      <p:pic>
        <p:nvPicPr>
          <p:cNvPr id="42" name="Picture 5">
            <a:extLst>
              <a:ext uri="{FF2B5EF4-FFF2-40B4-BE49-F238E27FC236}">
                <a16:creationId xmlns:a16="http://schemas.microsoft.com/office/drawing/2014/main" id="{6B4655F8-33F9-59F5-CC8E-8E29A78F4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6608" y="2408109"/>
            <a:ext cx="470465" cy="47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7">
            <a:extLst>
              <a:ext uri="{FF2B5EF4-FFF2-40B4-BE49-F238E27FC236}">
                <a16:creationId xmlns:a16="http://schemas.microsoft.com/office/drawing/2014/main" id="{48EAA614-854B-0AC4-5C13-E9084608A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4426" y="3133596"/>
            <a:ext cx="470465" cy="47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9">
            <a:extLst>
              <a:ext uri="{FF2B5EF4-FFF2-40B4-BE49-F238E27FC236}">
                <a16:creationId xmlns:a16="http://schemas.microsoft.com/office/drawing/2014/main" id="{34E0ADF7-4372-B393-4E0C-D28AF875F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882" y="3975406"/>
            <a:ext cx="470465" cy="47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1">
            <a:extLst>
              <a:ext uri="{FF2B5EF4-FFF2-40B4-BE49-F238E27FC236}">
                <a16:creationId xmlns:a16="http://schemas.microsoft.com/office/drawing/2014/main" id="{5E14858F-D710-0CDD-B16E-A999C9F68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952" y="4815839"/>
            <a:ext cx="376627" cy="376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3">
            <a:extLst>
              <a:ext uri="{FF2B5EF4-FFF2-40B4-BE49-F238E27FC236}">
                <a16:creationId xmlns:a16="http://schemas.microsoft.com/office/drawing/2014/main" id="{15E4C4C3-9C48-4C51-5BDB-4150A7B8B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439" y="5598583"/>
            <a:ext cx="393652" cy="393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_client_logo"/>
          <p:cNvSpPr/>
          <p:nvPr/>
        </p:nvSpPr>
        <p:spPr>
          <a:xfrm>
            <a:off x="9875520" y="27432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888888"/>
                </a:solidFill>
                <a:latin typeface="Arial"/>
              </a:rPr>
              <a:t>{CLIENT_LOGO}</a:t>
            </a:r>
          </a:p>
        </p:txBody>
      </p:sp>
      <p:sp>
        <p:nvSpPr>
          <p:cNvPr id="5" name="ph_header_bar"/>
          <p:cNvSpPr/>
          <p:nvPr/>
        </p:nvSpPr>
        <p:spPr>
          <a:xfrm>
            <a:off x="0" y="1097280"/>
            <a:ext cx="12191695" cy="777240"/>
          </a:xfrm>
          <a:prstGeom prst="rect">
            <a:avLst/>
          </a:prstGeom>
          <a:solidFill>
            <a:srgbClr val="0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ph_header_title"/>
          <p:cNvSpPr txBox="1"/>
          <p:nvPr/>
        </p:nvSpPr>
        <p:spPr>
          <a:xfrm>
            <a:off x="0" y="1097280"/>
            <a:ext cx="12191695" cy="77724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XHS KOC EXTRA POSTING (IG)</a:t>
            </a:r>
          </a:p>
        </p:txBody>
      </p:sp>
      <p:sp>
        <p:nvSpPr>
          <p:cNvPr id="7" name="ph_post_image"/>
          <p:cNvSpPr/>
          <p:nvPr/>
        </p:nvSpPr>
        <p:spPr>
          <a:xfrm>
            <a:off x="457200" y="2103120"/>
            <a:ext cx="3200400" cy="42976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977640"/>
            <a:ext cx="32004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1">
                <a:solidFill>
                  <a:srgbClr val="888888"/>
                </a:solidFill>
                <a:latin typeface="Arial"/>
              </a:rPr>
              <a:t>{POST_IMAGE}</a:t>
            </a:r>
          </a:p>
        </p:txBody>
      </p:sp>
      <p:sp>
        <p:nvSpPr>
          <p:cNvPr id="9" name="ph_insight_image"/>
          <p:cNvSpPr/>
          <p:nvPr/>
        </p:nvSpPr>
        <p:spPr>
          <a:xfrm>
            <a:off x="3931920" y="2103120"/>
            <a:ext cx="3200400" cy="429768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0" y="3977640"/>
            <a:ext cx="32004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1">
                <a:solidFill>
                  <a:srgbClr val="888888"/>
                </a:solidFill>
                <a:latin typeface="Arial"/>
              </a:rPr>
              <a:t>{INSIGHT_IMAGE}</a:t>
            </a:r>
          </a:p>
        </p:txBody>
      </p:sp>
      <p:sp>
        <p:nvSpPr>
          <p:cNvPr id="31" name="ph_creator_name"/>
          <p:cNvSpPr txBox="1"/>
          <p:nvPr/>
        </p:nvSpPr>
        <p:spPr>
          <a:xfrm>
            <a:off x="457200" y="6446520"/>
            <a:ext cx="4114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rial"/>
              </a:rPr>
              <a:t>{CREATOR_NAME}</a:t>
            </a:r>
          </a:p>
        </p:txBody>
      </p:sp>
      <p:sp>
        <p:nvSpPr>
          <p:cNvPr id="32" name="ph_post_url"/>
          <p:cNvSpPr txBox="1"/>
          <p:nvPr/>
        </p:nvSpPr>
        <p:spPr>
          <a:xfrm>
            <a:off x="4572000" y="6446520"/>
            <a:ext cx="7132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976D2"/>
                </a:solidFill>
                <a:latin typeface="Arial"/>
              </a:rPr>
              <a:t>{POST_URL}</a:t>
            </a:r>
          </a:p>
        </p:txBody>
      </p:sp>
      <p:pic>
        <p:nvPicPr>
          <p:cNvPr id="33" name="ph_attitude_logo" descr="ai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2286000" cy="6766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039F84-6B12-437F-075D-4FBBB64B96B2}"/>
              </a:ext>
            </a:extLst>
          </p:cNvPr>
          <p:cNvSpPr txBox="1"/>
          <p:nvPr/>
        </p:nvSpPr>
        <p:spPr>
          <a:xfrm>
            <a:off x="8290560" y="3113807"/>
            <a:ext cx="14630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 dirty="0">
                <a:solidFill>
                  <a:srgbClr val="1A1A1A"/>
                </a:solidFill>
                <a:latin typeface="Arial"/>
              </a:rPr>
              <a:t>Like:</a:t>
            </a:r>
          </a:p>
        </p:txBody>
      </p:sp>
      <p:sp>
        <p:nvSpPr>
          <p:cNvPr id="3" name="ph_stat_likes">
            <a:extLst>
              <a:ext uri="{FF2B5EF4-FFF2-40B4-BE49-F238E27FC236}">
                <a16:creationId xmlns:a16="http://schemas.microsoft.com/office/drawing/2014/main" id="{DE075F60-7D54-59B3-9035-050A314F0DE8}"/>
              </a:ext>
            </a:extLst>
          </p:cNvPr>
          <p:cNvSpPr txBox="1"/>
          <p:nvPr/>
        </p:nvSpPr>
        <p:spPr>
          <a:xfrm>
            <a:off x="9845040" y="3113807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{LIKES}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8E557B-3AE4-0DDB-14F7-A8FDB38242A3}"/>
              </a:ext>
            </a:extLst>
          </p:cNvPr>
          <p:cNvSpPr txBox="1"/>
          <p:nvPr/>
        </p:nvSpPr>
        <p:spPr>
          <a:xfrm>
            <a:off x="8290560" y="3891047"/>
            <a:ext cx="14630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Comments:</a:t>
            </a:r>
          </a:p>
        </p:txBody>
      </p:sp>
      <p:sp>
        <p:nvSpPr>
          <p:cNvPr id="35" name="ph_stat_comments">
            <a:extLst>
              <a:ext uri="{FF2B5EF4-FFF2-40B4-BE49-F238E27FC236}">
                <a16:creationId xmlns:a16="http://schemas.microsoft.com/office/drawing/2014/main" id="{79DE7154-FC8C-0F57-8139-56A4B5066778}"/>
              </a:ext>
            </a:extLst>
          </p:cNvPr>
          <p:cNvSpPr txBox="1"/>
          <p:nvPr/>
        </p:nvSpPr>
        <p:spPr>
          <a:xfrm>
            <a:off x="9845040" y="3891047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{COMMENTS}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B60D56-59FD-8CBF-4F4E-E208E2EC1608}"/>
              </a:ext>
            </a:extLst>
          </p:cNvPr>
          <p:cNvSpPr txBox="1"/>
          <p:nvPr/>
        </p:nvSpPr>
        <p:spPr>
          <a:xfrm>
            <a:off x="8272376" y="2362200"/>
            <a:ext cx="14630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 dirty="0">
                <a:solidFill>
                  <a:srgbClr val="1A1A1A"/>
                </a:solidFill>
                <a:latin typeface="Arial"/>
              </a:rPr>
              <a:t>View:</a:t>
            </a:r>
          </a:p>
        </p:txBody>
      </p:sp>
      <p:sp>
        <p:nvSpPr>
          <p:cNvPr id="37" name="ph_stat_views">
            <a:extLst>
              <a:ext uri="{FF2B5EF4-FFF2-40B4-BE49-F238E27FC236}">
                <a16:creationId xmlns:a16="http://schemas.microsoft.com/office/drawing/2014/main" id="{21872AB0-A8E4-64CE-6412-C1D05E0B626D}"/>
              </a:ext>
            </a:extLst>
          </p:cNvPr>
          <p:cNvSpPr txBox="1"/>
          <p:nvPr/>
        </p:nvSpPr>
        <p:spPr>
          <a:xfrm>
            <a:off x="9826856" y="236220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{VIEWS}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7603BC-53F9-A23C-27ED-EB7694E5E27B}"/>
              </a:ext>
            </a:extLst>
          </p:cNvPr>
          <p:cNvSpPr txBox="1"/>
          <p:nvPr/>
        </p:nvSpPr>
        <p:spPr>
          <a:xfrm>
            <a:off x="8321040" y="4709159"/>
            <a:ext cx="14630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Save:</a:t>
            </a:r>
          </a:p>
        </p:txBody>
      </p:sp>
      <p:sp>
        <p:nvSpPr>
          <p:cNvPr id="39" name="ph_stat_saves">
            <a:extLst>
              <a:ext uri="{FF2B5EF4-FFF2-40B4-BE49-F238E27FC236}">
                <a16:creationId xmlns:a16="http://schemas.microsoft.com/office/drawing/2014/main" id="{82FBE12E-0081-4150-D788-7AAA538FF286}"/>
              </a:ext>
            </a:extLst>
          </p:cNvPr>
          <p:cNvSpPr txBox="1"/>
          <p:nvPr/>
        </p:nvSpPr>
        <p:spPr>
          <a:xfrm>
            <a:off x="9875520" y="4709159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{SAVES}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ED7C0A-6623-9EB0-9FD8-E992C821698E}"/>
              </a:ext>
            </a:extLst>
          </p:cNvPr>
          <p:cNvSpPr txBox="1"/>
          <p:nvPr/>
        </p:nvSpPr>
        <p:spPr>
          <a:xfrm>
            <a:off x="8321040" y="5486400"/>
            <a:ext cx="14630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Share:</a:t>
            </a:r>
          </a:p>
        </p:txBody>
      </p:sp>
      <p:sp>
        <p:nvSpPr>
          <p:cNvPr id="41" name="ph_stat_shares">
            <a:extLst>
              <a:ext uri="{FF2B5EF4-FFF2-40B4-BE49-F238E27FC236}">
                <a16:creationId xmlns:a16="http://schemas.microsoft.com/office/drawing/2014/main" id="{22954418-84D5-499D-BFF8-2603A227C66F}"/>
              </a:ext>
            </a:extLst>
          </p:cNvPr>
          <p:cNvSpPr txBox="1"/>
          <p:nvPr/>
        </p:nvSpPr>
        <p:spPr>
          <a:xfrm>
            <a:off x="9875520" y="548640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{SHARES}</a:t>
            </a:r>
          </a:p>
        </p:txBody>
      </p:sp>
      <p:pic>
        <p:nvPicPr>
          <p:cNvPr id="42" name="Picture 5">
            <a:extLst>
              <a:ext uri="{FF2B5EF4-FFF2-40B4-BE49-F238E27FC236}">
                <a16:creationId xmlns:a16="http://schemas.microsoft.com/office/drawing/2014/main" id="{4D4A331F-0AE9-3228-8B7F-190C25A24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6608" y="2408109"/>
            <a:ext cx="470465" cy="47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7">
            <a:extLst>
              <a:ext uri="{FF2B5EF4-FFF2-40B4-BE49-F238E27FC236}">
                <a16:creationId xmlns:a16="http://schemas.microsoft.com/office/drawing/2014/main" id="{6B13A504-95E1-8EDF-4181-9FC1E59E5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4426" y="3133596"/>
            <a:ext cx="470465" cy="47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9">
            <a:extLst>
              <a:ext uri="{FF2B5EF4-FFF2-40B4-BE49-F238E27FC236}">
                <a16:creationId xmlns:a16="http://schemas.microsoft.com/office/drawing/2014/main" id="{891D96A6-1741-61BE-4B19-11AAE2CF3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882" y="3975406"/>
            <a:ext cx="470465" cy="47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1">
            <a:extLst>
              <a:ext uri="{FF2B5EF4-FFF2-40B4-BE49-F238E27FC236}">
                <a16:creationId xmlns:a16="http://schemas.microsoft.com/office/drawing/2014/main" id="{801F4484-5B53-DF10-4110-A2BA4EF0E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952" y="4815839"/>
            <a:ext cx="376627" cy="376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3">
            <a:extLst>
              <a:ext uri="{FF2B5EF4-FFF2-40B4-BE49-F238E27FC236}">
                <a16:creationId xmlns:a16="http://schemas.microsoft.com/office/drawing/2014/main" id="{C691DA6E-69DA-ECF7-1B73-8F7A9B963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439" y="5598583"/>
            <a:ext cx="393652" cy="393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_client_logo"/>
          <p:cNvSpPr/>
          <p:nvPr/>
        </p:nvSpPr>
        <p:spPr>
          <a:xfrm>
            <a:off x="9875520" y="27432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888888"/>
                </a:solidFill>
                <a:latin typeface="Arial"/>
              </a:rPr>
              <a:t>{CLIENT_LOGO}</a:t>
            </a:r>
          </a:p>
        </p:txBody>
      </p:sp>
      <p:sp>
        <p:nvSpPr>
          <p:cNvPr id="5" name="ph_header_bar"/>
          <p:cNvSpPr/>
          <p:nvPr/>
        </p:nvSpPr>
        <p:spPr>
          <a:xfrm>
            <a:off x="0" y="1097280"/>
            <a:ext cx="12191695" cy="777240"/>
          </a:xfrm>
          <a:prstGeom prst="rect">
            <a:avLst/>
          </a:prstGeom>
          <a:solidFill>
            <a:srgbClr val="0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ph_header_title"/>
          <p:cNvSpPr txBox="1"/>
          <p:nvPr/>
        </p:nvSpPr>
        <p:spPr>
          <a:xfrm>
            <a:off x="0" y="1097280"/>
            <a:ext cx="12191695" cy="77724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CAMPAIGN SUMMARY</a:t>
            </a:r>
          </a:p>
        </p:txBody>
      </p:sp>
      <p:graphicFrame>
        <p:nvGraphicFramePr>
          <p:cNvPr id="7" name="ph_summary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327696"/>
              </p:ext>
            </p:extLst>
          </p:nvPr>
        </p:nvGraphicFramePr>
        <p:xfrm>
          <a:off x="640081" y="2286000"/>
          <a:ext cx="1088135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575">
                  <a:extLst>
                    <a:ext uri="{9D8B030D-6E8A-4147-A177-3AD203B41FA5}">
                      <a16:colId xmlns:a16="http://schemas.microsoft.com/office/drawing/2014/main" val="108443256"/>
                    </a:ext>
                  </a:extLst>
                </a:gridCol>
                <a:gridCol w="1538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6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Post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</a:rPr>
                        <a:t>View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</a:rPr>
                        <a:t>Likes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Comments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Save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Tiktok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{TIKTOK_POSTS}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>
                          <a:solidFill>
                            <a:srgbClr val="1A1A1A"/>
                          </a:solidFill>
                          <a:latin typeface="Arial"/>
                        </a:rPr>
                        <a:t>{TIKTOK_VIEWS}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{TIKTOK_LIKES}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{TIKTOK_COMMENTS}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{TIKTOK_SAVES}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{TIKTOK_SHARES}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XHS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{XHS_POSTS}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>
                          <a:solidFill>
                            <a:srgbClr val="1A1A1A"/>
                          </a:solidFill>
                          <a:latin typeface="Arial"/>
                        </a:rPr>
                        <a:t>{XHS_VIEWS}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{XHS_LIKES}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{XHS_COMMENTS}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{XHS_SAVES}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{XHS_SHARES}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IG (EXTRA)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{IG_POSTS}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>
                          <a:solidFill>
                            <a:srgbClr val="1A1A1A"/>
                          </a:solidFill>
                          <a:latin typeface="Arial"/>
                        </a:rPr>
                        <a:t>{IG_VIEWS}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{IG_LIKES}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{IG_COMMENTS}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{IG_SAVES}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{IG_SHARES}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{TOTAL_POSTS}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1A1A1A"/>
                          </a:solidFill>
                          <a:latin typeface="Arial"/>
                        </a:rPr>
                        <a:t>{TOTAL_VIEWS}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1A1A1A"/>
                          </a:solidFill>
                          <a:latin typeface="Arial"/>
                        </a:rPr>
                        <a:t>{TOTAL_LIKES}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1A1A1A"/>
                          </a:solidFill>
                          <a:latin typeface="Arial"/>
                        </a:rPr>
                        <a:t>{TOTAL_COMMENTS}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1A1A1A"/>
                          </a:solidFill>
                          <a:latin typeface="Arial"/>
                        </a:rPr>
                        <a:t>{TOTAL_SAVES}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1A1A1A"/>
                          </a:solidFill>
                          <a:latin typeface="Arial"/>
                        </a:rPr>
                        <a:t>{TOTAL_SHARES}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Summary:</a:t>
            </a:r>
          </a:p>
        </p:txBody>
      </p:sp>
      <p:sp>
        <p:nvSpPr>
          <p:cNvPr id="9" name="ph_summary_paragraph"/>
          <p:cNvSpPr txBox="1"/>
          <p:nvPr/>
        </p:nvSpPr>
        <p:spPr>
          <a:xfrm>
            <a:off x="640080" y="5577840"/>
            <a:ext cx="1088136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{SUMMARY_PARAGRAPH}</a:t>
            </a:r>
          </a:p>
        </p:txBody>
      </p:sp>
      <p:pic>
        <p:nvPicPr>
          <p:cNvPr id="10" name="ph_attitude_logo" descr="ai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2286000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_accent_top"/>
          <p:cNvSpPr/>
          <p:nvPr/>
        </p:nvSpPr>
        <p:spPr>
          <a:xfrm>
            <a:off x="0" y="1371600"/>
            <a:ext cx="12191695" cy="36576"/>
          </a:xfrm>
          <a:prstGeom prst="rect">
            <a:avLst/>
          </a:prstGeom>
          <a:solidFill>
            <a:srgbClr val="0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ph_thankyou_main"/>
          <p:cNvSpPr txBox="1"/>
          <p:nvPr/>
        </p:nvSpPr>
        <p:spPr>
          <a:xfrm>
            <a:off x="305" y="2295144"/>
            <a:ext cx="12191695" cy="1371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8800" b="1" i="0" spc="1200">
                <a:solidFill>
                  <a:srgbClr val="1A1A1A"/>
                </a:solidFill>
                <a:latin typeface="Arial"/>
              </a:rPr>
              <a:t>THANK YOU</a:t>
            </a:r>
          </a:p>
        </p:txBody>
      </p:sp>
      <p:sp>
        <p:nvSpPr>
          <p:cNvPr id="8" name="ph_accent_label_follow"/>
          <p:cNvSpPr txBox="1"/>
          <p:nvPr/>
        </p:nvSpPr>
        <p:spPr>
          <a:xfrm>
            <a:off x="731520" y="4937760"/>
            <a:ext cx="3383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 spc="400">
                <a:solidFill>
                  <a:srgbClr val="00A0A8"/>
                </a:solidFill>
                <a:latin typeface="Arial"/>
              </a:rPr>
              <a:t>FOLLOW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facebook.com/attitudeideology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47415"/>
            <a:ext cx="338328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1A1A1A"/>
                </a:solidFill>
                <a:latin typeface="Arial"/>
              </a:rPr>
              <a:t>instagram.com/</a:t>
            </a:r>
            <a:r>
              <a:rPr sz="1100" b="0" i="0" dirty="0" err="1">
                <a:solidFill>
                  <a:srgbClr val="1A1A1A"/>
                </a:solidFill>
                <a:latin typeface="Arial"/>
              </a:rPr>
              <a:t>attitudeideology_my</a:t>
            </a:r>
            <a:r>
              <a:rPr lang="en-MY" sz="1100" b="0" i="0" dirty="0">
                <a:solidFill>
                  <a:srgbClr val="1A1A1A"/>
                </a:solidFill>
                <a:latin typeface="Arial"/>
              </a:rPr>
              <a:t> </a:t>
            </a:r>
            <a:endParaRPr sz="1100" b="0" i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11" name="ph_accent_label_visit"/>
          <p:cNvSpPr txBox="1"/>
          <p:nvPr/>
        </p:nvSpPr>
        <p:spPr>
          <a:xfrm>
            <a:off x="4389120" y="4937760"/>
            <a:ext cx="3383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 spc="400">
                <a:solidFill>
                  <a:srgbClr val="00A0A8"/>
                </a:solidFill>
                <a:latin typeface="Arial"/>
              </a:rPr>
              <a:t>VISIT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394960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No.13-2, Jalan PJU 5/3,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5647415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Dataran Sunway, Kota Damansara,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5931673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1A1A1A"/>
                </a:solidFill>
                <a:latin typeface="Arial"/>
              </a:rPr>
              <a:t>47810, Selangor</a:t>
            </a:r>
          </a:p>
        </p:txBody>
      </p:sp>
      <p:sp>
        <p:nvSpPr>
          <p:cNvPr id="15" name="ph_accent_label_enquiries"/>
          <p:cNvSpPr txBox="1"/>
          <p:nvPr/>
        </p:nvSpPr>
        <p:spPr>
          <a:xfrm>
            <a:off x="8046720" y="4937760"/>
            <a:ext cx="3383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 spc="400">
                <a:solidFill>
                  <a:srgbClr val="00A0A8"/>
                </a:solidFill>
                <a:latin typeface="Arial"/>
              </a:rPr>
              <a:t>CONTACT 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394960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rial"/>
              </a:rPr>
              <a:t>general@attitudeideology.com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5707049"/>
            <a:ext cx="33832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 dirty="0">
                <a:solidFill>
                  <a:srgbClr val="666666"/>
                </a:solidFill>
                <a:latin typeface="Arial"/>
              </a:rPr>
              <a:t>Feel free to reach out for further collaboration.</a:t>
            </a:r>
          </a:p>
        </p:txBody>
      </p:sp>
      <p:pic>
        <p:nvPicPr>
          <p:cNvPr id="19" name="ph_attitude_logo" descr="ai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2286000" cy="6766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669</Words>
  <Application>Microsoft Office PowerPoint</Application>
  <PresentationFormat>Widescreen</PresentationFormat>
  <Paragraphs>149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Wing Lim</cp:lastModifiedBy>
  <cp:revision>6</cp:revision>
  <dcterms:created xsi:type="dcterms:W3CDTF">2013-01-27T09:14:16Z</dcterms:created>
  <dcterms:modified xsi:type="dcterms:W3CDTF">2026-05-10T14:18:22Z</dcterms:modified>
  <cp:category/>
</cp:coreProperties>
</file>